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Warehouse Efficiency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 Case 22 | FlowRack Logistics Pvt. Ltd.</a:t>
            </a:r>
          </a:p>
          <a:p>
            <a:r>
              <a:t>Rounds 2 &amp; 3 submission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answered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Which zones take longer to pick?</a:t>
            </a:r>
          </a:p>
          <a:p>
            <a:pPr>
              <a:defRPr sz="2200"/>
            </a:pPr>
            <a:r>
              <a:t>How does order size affect time?</a:t>
            </a:r>
          </a:p>
          <a:p>
            <a:pPr>
              <a:defRPr sz="2200"/>
            </a:pPr>
            <a:r>
              <a:t>Which shifts and worker experience bands differ?</a:t>
            </a:r>
          </a:p>
          <a:p>
            <a:pPr>
              <a:defRPr sz="2200"/>
            </a:pPr>
            <a:r>
              <a:t>Which item categories have longer pick times?</a:t>
            </a:r>
          </a:p>
          <a:p>
            <a:pPr>
              <a:defRPr sz="2200"/>
            </a:pPr>
            <a:r>
              <a:t>Where does order waiting/queue time accumulate?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Synthetic-data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Slowest zone: C-02 — 13.65 min average</a:t>
            </a:r>
          </a:p>
          <a:p>
            <a:pPr>
              <a:defRPr sz="2000"/>
            </a:pPr>
            <a:r>
              <a:t>Fastest zone: A-01 — 11.73 min average</a:t>
            </a:r>
          </a:p>
          <a:p>
            <a:pPr>
              <a:defRPr sz="2000"/>
            </a:pPr>
            <a:r>
              <a:t>Slowest category: Industrial — 13.18 min average</a:t>
            </a:r>
          </a:p>
          <a:p>
            <a:pPr>
              <a:defRPr sz="2000"/>
            </a:pPr>
            <a:r>
              <a:t>Highest average pick-time shift: Night — 15.44 min</a:t>
            </a:r>
          </a:p>
          <a:p>
            <a:pPr>
              <a:defRPr sz="2000"/>
            </a:pPr>
            <a:r>
              <a:t>All figures are synthetic and must be recalculated on official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Audit slow-zone slotting, travel paths and replenishment interruptions.</a:t>
            </a:r>
          </a:p>
          <a:p>
            <a:pPr>
              <a:defRPr sz="2000"/>
            </a:pPr>
            <a:r>
              <a:t>Review handling steps for slow categories and shift staffing/workload.</a:t>
            </a:r>
          </a:p>
          <a:p>
            <a:pPr>
              <a:defRPr sz="2000"/>
            </a:pPr>
            <a:r>
              <a:t>Pilot one intervention at a time; compare average/median pick time and queue time before versus after.</a:t>
            </a:r>
          </a:p>
          <a:p>
            <a:pPr>
              <a:defRPr sz="2000"/>
            </a:pPr>
            <a:r>
              <a:t>Replace synthetic data with official CSVs before making operational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